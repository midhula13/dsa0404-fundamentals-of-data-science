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9" r:id="rId2"/>
    <p:sldId id="307" r:id="rId3"/>
    <p:sldId id="291" r:id="rId4"/>
    <p:sldId id="300" r:id="rId5"/>
    <p:sldId id="283" r:id="rId6"/>
    <p:sldId id="302" r:id="rId7"/>
    <p:sldId id="312" r:id="rId8"/>
    <p:sldId id="313" r:id="rId9"/>
    <p:sldId id="314" r:id="rId10"/>
    <p:sldId id="315" r:id="rId11"/>
    <p:sldId id="316" r:id="rId12"/>
    <p:sldId id="310" r:id="rId13"/>
    <p:sldId id="288" r:id="rId14"/>
    <p:sldId id="25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FC636E-5726-45D3-B1F6-23411090B088}" v="10" dt="2026-08-31T04:35:37.822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55" autoAdjust="0"/>
    <p:restoredTop sz="94689"/>
  </p:normalViewPr>
  <p:slideViewPr>
    <p:cSldViewPr snapToGrid="0">
      <p:cViewPr varScale="1">
        <p:scale>
          <a:sx n="78" d="100"/>
          <a:sy n="78" d="100"/>
        </p:scale>
        <p:origin x="802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uha shaik" userId="b4e118f5708aae13" providerId="LiveId" clId="{35D3A00C-EA14-4602-9565-AA2FFA2F4681}"/>
    <pc:docChg chg="undo custSel addSld delSld modSld sldOrd">
      <pc:chgData name="nuha shaik" userId="b4e118f5708aae13" providerId="LiveId" clId="{35D3A00C-EA14-4602-9565-AA2FFA2F4681}" dt="2026-08-31T04:36:26.023" v="146" actId="14100"/>
      <pc:docMkLst>
        <pc:docMk/>
      </pc:docMkLst>
      <pc:sldChg chg="modSp mod">
        <pc:chgData name="nuha shaik" userId="b4e118f5708aae13" providerId="LiveId" clId="{35D3A00C-EA14-4602-9565-AA2FFA2F4681}" dt="2026-08-31T04:04:53.058" v="131" actId="113"/>
        <pc:sldMkLst>
          <pc:docMk/>
          <pc:sldMk cId="0" sldId="259"/>
        </pc:sldMkLst>
        <pc:spChg chg="mod">
          <ac:chgData name="nuha shaik" userId="b4e118f5708aae13" providerId="LiveId" clId="{35D3A00C-EA14-4602-9565-AA2FFA2F4681}" dt="2026-08-31T04:04:53.058" v="131" actId="113"/>
          <ac:spMkLst>
            <pc:docMk/>
            <pc:sldMk cId="0" sldId="259"/>
            <ac:spMk id="9" creationId="{C72D1E7D-30CD-1AD9-B818-0D96B874CCA3}"/>
          </ac:spMkLst>
        </pc:spChg>
        <pc:spChg chg="mod">
          <ac:chgData name="nuha shaik" userId="b4e118f5708aae13" providerId="LiveId" clId="{35D3A00C-EA14-4602-9565-AA2FFA2F4681}" dt="2026-08-31T03:32:34.686" v="4" actId="20577"/>
          <ac:spMkLst>
            <pc:docMk/>
            <pc:sldMk cId="0" sldId="259"/>
            <ac:spMk id="12" creationId="{302DF3EC-29F0-2899-A22C-844351DA543C}"/>
          </ac:spMkLst>
        </pc:spChg>
      </pc:sldChg>
      <pc:sldChg chg="modSp mod">
        <pc:chgData name="nuha shaik" userId="b4e118f5708aae13" providerId="LiveId" clId="{35D3A00C-EA14-4602-9565-AA2FFA2F4681}" dt="2026-08-31T03:44:24.756" v="57" actId="12"/>
        <pc:sldMkLst>
          <pc:docMk/>
          <pc:sldMk cId="4082278041" sldId="283"/>
        </pc:sldMkLst>
        <pc:spChg chg="mod">
          <ac:chgData name="nuha shaik" userId="b4e118f5708aae13" providerId="LiveId" clId="{35D3A00C-EA14-4602-9565-AA2FFA2F4681}" dt="2026-08-31T03:44:24.756" v="57" actId="12"/>
          <ac:spMkLst>
            <pc:docMk/>
            <pc:sldMk cId="4082278041" sldId="283"/>
            <ac:spMk id="7" creationId="{A74BF758-6663-5913-D4E6-87DBD7801759}"/>
          </ac:spMkLst>
        </pc:spChg>
      </pc:sldChg>
      <pc:sldChg chg="modSp mod">
        <pc:chgData name="nuha shaik" userId="b4e118f5708aae13" providerId="LiveId" clId="{35D3A00C-EA14-4602-9565-AA2FFA2F4681}" dt="2026-08-31T03:44:44.720" v="60" actId="12"/>
        <pc:sldMkLst>
          <pc:docMk/>
          <pc:sldMk cId="19638058" sldId="288"/>
        </pc:sldMkLst>
        <pc:spChg chg="mod">
          <ac:chgData name="nuha shaik" userId="b4e118f5708aae13" providerId="LiveId" clId="{35D3A00C-EA14-4602-9565-AA2FFA2F4681}" dt="2026-08-31T03:44:44.720" v="60" actId="12"/>
          <ac:spMkLst>
            <pc:docMk/>
            <pc:sldMk cId="19638058" sldId="288"/>
            <ac:spMk id="3" creationId="{CC37D85B-8A76-CBA3-7DCA-0D57390194D2}"/>
          </ac:spMkLst>
        </pc:spChg>
      </pc:sldChg>
      <pc:sldChg chg="modSp mod">
        <pc:chgData name="nuha shaik" userId="b4e118f5708aae13" providerId="LiveId" clId="{35D3A00C-EA14-4602-9565-AA2FFA2F4681}" dt="2026-08-31T03:44:37.913" v="59" actId="12"/>
        <pc:sldMkLst>
          <pc:docMk/>
          <pc:sldMk cId="785390887" sldId="291"/>
        </pc:sldMkLst>
        <pc:spChg chg="mod">
          <ac:chgData name="nuha shaik" userId="b4e118f5708aae13" providerId="LiveId" clId="{35D3A00C-EA14-4602-9565-AA2FFA2F4681}" dt="2026-08-31T03:44:37.913" v="59" actId="12"/>
          <ac:spMkLst>
            <pc:docMk/>
            <pc:sldMk cId="785390887" sldId="291"/>
            <ac:spMk id="8" creationId="{BE0EDC05-E64D-B187-F795-B69C5DDBCECB}"/>
          </ac:spMkLst>
        </pc:spChg>
      </pc:sldChg>
      <pc:sldChg chg="modSp mod">
        <pc:chgData name="nuha shaik" userId="b4e118f5708aae13" providerId="LiveId" clId="{35D3A00C-EA14-4602-9565-AA2FFA2F4681}" dt="2026-08-31T03:32:59.834" v="9" actId="255"/>
        <pc:sldMkLst>
          <pc:docMk/>
          <pc:sldMk cId="2052342662" sldId="300"/>
        </pc:sldMkLst>
        <pc:graphicFrameChg chg="modGraphic">
          <ac:chgData name="nuha shaik" userId="b4e118f5708aae13" providerId="LiveId" clId="{35D3A00C-EA14-4602-9565-AA2FFA2F4681}" dt="2026-08-31T03:32:59.834" v="9" actId="255"/>
          <ac:graphicFrameMkLst>
            <pc:docMk/>
            <pc:sldMk cId="2052342662" sldId="300"/>
            <ac:graphicFrameMk id="3" creationId="{00000000-0000-0000-0000-000000000000}"/>
          </ac:graphicFrameMkLst>
        </pc:graphicFrameChg>
      </pc:sldChg>
      <pc:sldChg chg="modSp mod">
        <pc:chgData name="nuha shaik" userId="b4e118f5708aae13" providerId="LiveId" clId="{35D3A00C-EA14-4602-9565-AA2FFA2F4681}" dt="2026-08-31T03:44:16.297" v="56" actId="12"/>
        <pc:sldMkLst>
          <pc:docMk/>
          <pc:sldMk cId="2149950038" sldId="302"/>
        </pc:sldMkLst>
        <pc:spChg chg="mod">
          <ac:chgData name="nuha shaik" userId="b4e118f5708aae13" providerId="LiveId" clId="{35D3A00C-EA14-4602-9565-AA2FFA2F4681}" dt="2026-08-31T03:44:16.297" v="56" actId="12"/>
          <ac:spMkLst>
            <pc:docMk/>
            <pc:sldMk cId="2149950038" sldId="302"/>
            <ac:spMk id="2" creationId="{5D07DA07-98ED-BB62-705A-0E80F7FE524E}"/>
          </ac:spMkLst>
        </pc:spChg>
      </pc:sldChg>
      <pc:sldChg chg="modSp mod">
        <pc:chgData name="nuha shaik" userId="b4e118f5708aae13" providerId="LiveId" clId="{35D3A00C-EA14-4602-9565-AA2FFA2F4681}" dt="2026-08-31T03:44:31.985" v="58" actId="12"/>
        <pc:sldMkLst>
          <pc:docMk/>
          <pc:sldMk cId="2465927615" sldId="307"/>
        </pc:sldMkLst>
        <pc:spChg chg="mod">
          <ac:chgData name="nuha shaik" userId="b4e118f5708aae13" providerId="LiveId" clId="{35D3A00C-EA14-4602-9565-AA2FFA2F4681}" dt="2026-08-31T03:44:31.985" v="58" actId="12"/>
          <ac:spMkLst>
            <pc:docMk/>
            <pc:sldMk cId="2465927615" sldId="307"/>
            <ac:spMk id="8" creationId="{2FCC9CA0-F155-2A91-3908-6B6BC9E3C864}"/>
          </ac:spMkLst>
        </pc:spChg>
      </pc:sldChg>
      <pc:sldChg chg="addSp modSp mod ord">
        <pc:chgData name="nuha shaik" userId="b4e118f5708aae13" providerId="LiveId" clId="{35D3A00C-EA14-4602-9565-AA2FFA2F4681}" dt="2026-08-31T03:50:27.655" v="104" actId="22"/>
        <pc:sldMkLst>
          <pc:docMk/>
          <pc:sldMk cId="1985142040" sldId="310"/>
        </pc:sldMkLst>
        <pc:spChg chg="mod">
          <ac:chgData name="nuha shaik" userId="b4e118f5708aae13" providerId="LiveId" clId="{35D3A00C-EA14-4602-9565-AA2FFA2F4681}" dt="2026-08-31T03:44:50.688" v="61" actId="12"/>
          <ac:spMkLst>
            <pc:docMk/>
            <pc:sldMk cId="1985142040" sldId="310"/>
            <ac:spMk id="5" creationId="{2E855FFB-25D7-D237-13FE-424E6DA8BA49}"/>
          </ac:spMkLst>
        </pc:spChg>
        <pc:picChg chg="add">
          <ac:chgData name="nuha shaik" userId="b4e118f5708aae13" providerId="LiveId" clId="{35D3A00C-EA14-4602-9565-AA2FFA2F4681}" dt="2026-08-31T03:50:16.118" v="101" actId="22"/>
          <ac:picMkLst>
            <pc:docMk/>
            <pc:sldMk cId="1985142040" sldId="310"/>
            <ac:picMk id="3" creationId="{DBD3CDC6-07C1-A67C-9F7E-899EC0CD3E0B}"/>
          </ac:picMkLst>
        </pc:picChg>
        <pc:picChg chg="add">
          <ac:chgData name="nuha shaik" userId="b4e118f5708aae13" providerId="LiveId" clId="{35D3A00C-EA14-4602-9565-AA2FFA2F4681}" dt="2026-08-31T03:50:27.655" v="104" actId="22"/>
          <ac:picMkLst>
            <pc:docMk/>
            <pc:sldMk cId="1985142040" sldId="310"/>
            <ac:picMk id="6" creationId="{8ACEAF7A-D967-490F-BBDE-8F836D7C8DAA}"/>
          </ac:picMkLst>
        </pc:picChg>
      </pc:sldChg>
      <pc:sldChg chg="addSp delSp modSp mod">
        <pc:chgData name="nuha shaik" userId="b4e118f5708aae13" providerId="LiveId" clId="{35D3A00C-EA14-4602-9565-AA2FFA2F4681}" dt="2026-08-31T04:36:26.023" v="146" actId="14100"/>
        <pc:sldMkLst>
          <pc:docMk/>
          <pc:sldMk cId="278111903" sldId="312"/>
        </pc:sldMkLst>
        <pc:spChg chg="mod">
          <ac:chgData name="nuha shaik" userId="b4e118f5708aae13" providerId="LiveId" clId="{35D3A00C-EA14-4602-9565-AA2FFA2F4681}" dt="2026-08-31T04:36:15.016" v="145" actId="1076"/>
          <ac:spMkLst>
            <pc:docMk/>
            <pc:sldMk cId="278111903" sldId="312"/>
            <ac:spMk id="15" creationId="{418D428A-36D4-2A11-3761-CAFD28B35556}"/>
          </ac:spMkLst>
        </pc:spChg>
        <pc:picChg chg="add mod">
          <ac:chgData name="nuha shaik" userId="b4e118f5708aae13" providerId="LiveId" clId="{35D3A00C-EA14-4602-9565-AA2FFA2F4681}" dt="2026-08-31T04:35:55.722" v="141" actId="1076"/>
          <ac:picMkLst>
            <pc:docMk/>
            <pc:sldMk cId="278111903" sldId="312"/>
            <ac:picMk id="3" creationId="{686DF003-D198-3FF4-F77B-495D6583AE28}"/>
          </ac:picMkLst>
        </pc:picChg>
        <pc:picChg chg="add mod">
          <ac:chgData name="nuha shaik" userId="b4e118f5708aae13" providerId="LiveId" clId="{35D3A00C-EA14-4602-9565-AA2FFA2F4681}" dt="2026-08-31T04:36:26.023" v="146" actId="14100"/>
          <ac:picMkLst>
            <pc:docMk/>
            <pc:sldMk cId="278111903" sldId="312"/>
            <ac:picMk id="4" creationId="{69E946E6-A4C7-A19C-BBD1-7F765B046E02}"/>
          </ac:picMkLst>
        </pc:picChg>
        <pc:picChg chg="add mod">
          <ac:chgData name="nuha shaik" userId="b4e118f5708aae13" providerId="LiveId" clId="{35D3A00C-EA14-4602-9565-AA2FFA2F4681}" dt="2026-08-31T04:35:59.315" v="142" actId="1076"/>
          <ac:picMkLst>
            <pc:docMk/>
            <pc:sldMk cId="278111903" sldId="312"/>
            <ac:picMk id="5" creationId="{4504C302-7CA3-DFE6-DE36-2F7BD0886D3A}"/>
          </ac:picMkLst>
        </pc:picChg>
        <pc:picChg chg="del mod">
          <ac:chgData name="nuha shaik" userId="b4e118f5708aae13" providerId="LiveId" clId="{35D3A00C-EA14-4602-9565-AA2FFA2F4681}" dt="2026-08-31T04:35:37.822" v="134" actId="478"/>
          <ac:picMkLst>
            <pc:docMk/>
            <pc:sldMk cId="278111903" sldId="312"/>
            <ac:picMk id="2050" creationId="{00000000-0000-0000-0000-000000000000}"/>
          </ac:picMkLst>
        </pc:picChg>
      </pc:sldChg>
      <pc:sldChg chg="addSp delSp modSp new mod">
        <pc:chgData name="nuha shaik" userId="b4e118f5708aae13" providerId="LiveId" clId="{35D3A00C-EA14-4602-9565-AA2FFA2F4681}" dt="2026-08-31T03:48:16.658" v="96" actId="255"/>
        <pc:sldMkLst>
          <pc:docMk/>
          <pc:sldMk cId="3666426210" sldId="313"/>
        </pc:sldMkLst>
        <pc:spChg chg="add mod">
          <ac:chgData name="nuha shaik" userId="b4e118f5708aae13" providerId="LiveId" clId="{35D3A00C-EA14-4602-9565-AA2FFA2F4681}" dt="2026-08-31T03:41:47.008" v="29" actId="1076"/>
          <ac:spMkLst>
            <pc:docMk/>
            <pc:sldMk cId="3666426210" sldId="313"/>
            <ac:spMk id="7" creationId="{B7727618-39A7-9D20-2E05-C820DFBE58E2}"/>
          </ac:spMkLst>
        </pc:spChg>
        <pc:spChg chg="add del mod">
          <ac:chgData name="nuha shaik" userId="b4e118f5708aae13" providerId="LiveId" clId="{35D3A00C-EA14-4602-9565-AA2FFA2F4681}" dt="2026-08-31T03:42:58.987" v="43" actId="22"/>
          <ac:spMkLst>
            <pc:docMk/>
            <pc:sldMk cId="3666426210" sldId="313"/>
            <ac:spMk id="9" creationId="{FC3F527A-335A-06BE-9089-BDCC5FEC97DB}"/>
          </ac:spMkLst>
        </pc:spChg>
        <pc:spChg chg="add mod">
          <ac:chgData name="nuha shaik" userId="b4e118f5708aae13" providerId="LiveId" clId="{35D3A00C-EA14-4602-9565-AA2FFA2F4681}" dt="2026-08-31T03:48:16.658" v="96" actId="255"/>
          <ac:spMkLst>
            <pc:docMk/>
            <pc:sldMk cId="3666426210" sldId="313"/>
            <ac:spMk id="11" creationId="{98372564-69C1-F83F-D48A-529E10D24FEC}"/>
          </ac:spMkLst>
        </pc:spChg>
        <pc:picChg chg="add mod">
          <ac:chgData name="nuha shaik" userId="b4e118f5708aae13" providerId="LiveId" clId="{35D3A00C-EA14-4602-9565-AA2FFA2F4681}" dt="2026-08-31T03:40:55.186" v="26" actId="1076"/>
          <ac:picMkLst>
            <pc:docMk/>
            <pc:sldMk cId="3666426210" sldId="313"/>
            <ac:picMk id="3" creationId="{0E949666-A110-7801-B701-2186C1E793D1}"/>
          </ac:picMkLst>
        </pc:picChg>
        <pc:picChg chg="add">
          <ac:chgData name="nuha shaik" userId="b4e118f5708aae13" providerId="LiveId" clId="{35D3A00C-EA14-4602-9565-AA2FFA2F4681}" dt="2026-08-31T03:38:42.832" v="12" actId="22"/>
          <ac:picMkLst>
            <pc:docMk/>
            <pc:sldMk cId="3666426210" sldId="313"/>
            <ac:picMk id="5" creationId="{82879200-58E3-9AED-07A5-28998F188910}"/>
          </ac:picMkLst>
        </pc:picChg>
      </pc:sldChg>
      <pc:sldChg chg="modSp add mod">
        <pc:chgData name="nuha shaik" userId="b4e118f5708aae13" providerId="LiveId" clId="{35D3A00C-EA14-4602-9565-AA2FFA2F4681}" dt="2026-08-31T03:46:00.783" v="72" actId="20577"/>
        <pc:sldMkLst>
          <pc:docMk/>
          <pc:sldMk cId="2520166941" sldId="314"/>
        </pc:sldMkLst>
        <pc:spChg chg="mod">
          <ac:chgData name="nuha shaik" userId="b4e118f5708aae13" providerId="LiveId" clId="{35D3A00C-EA14-4602-9565-AA2FFA2F4681}" dt="2026-08-31T03:45:18.677" v="65" actId="113"/>
          <ac:spMkLst>
            <pc:docMk/>
            <pc:sldMk cId="2520166941" sldId="314"/>
            <ac:spMk id="7" creationId="{EA143955-FC17-FF0A-4BF6-AA2B93CA2C00}"/>
          </ac:spMkLst>
        </pc:spChg>
        <pc:spChg chg="mod">
          <ac:chgData name="nuha shaik" userId="b4e118f5708aae13" providerId="LiveId" clId="{35D3A00C-EA14-4602-9565-AA2FFA2F4681}" dt="2026-08-31T03:46:00.783" v="72" actId="20577"/>
          <ac:spMkLst>
            <pc:docMk/>
            <pc:sldMk cId="2520166941" sldId="314"/>
            <ac:spMk id="11" creationId="{6FC7FB0A-5FB4-A0E7-967D-A89C75BE8432}"/>
          </ac:spMkLst>
        </pc:spChg>
      </pc:sldChg>
      <pc:sldChg chg="addSp delSp modSp add mod">
        <pc:chgData name="nuha shaik" userId="b4e118f5708aae13" providerId="LiveId" clId="{35D3A00C-EA14-4602-9565-AA2FFA2F4681}" dt="2026-08-31T03:50:24.446" v="103" actId="22"/>
        <pc:sldMkLst>
          <pc:docMk/>
          <pc:sldMk cId="3752561164" sldId="315"/>
        </pc:sldMkLst>
        <pc:spChg chg="mod">
          <ac:chgData name="nuha shaik" userId="b4e118f5708aae13" providerId="LiveId" clId="{35D3A00C-EA14-4602-9565-AA2FFA2F4681}" dt="2026-08-31T03:46:58.690" v="82" actId="255"/>
          <ac:spMkLst>
            <pc:docMk/>
            <pc:sldMk cId="3752561164" sldId="315"/>
            <ac:spMk id="7" creationId="{43EB5D88-BF68-A07E-9FD7-15EE79E65349}"/>
          </ac:spMkLst>
        </pc:spChg>
        <pc:spChg chg="mod">
          <ac:chgData name="nuha shaik" userId="b4e118f5708aae13" providerId="LiveId" clId="{35D3A00C-EA14-4602-9565-AA2FFA2F4681}" dt="2026-08-31T03:47:50.218" v="93" actId="2711"/>
          <ac:spMkLst>
            <pc:docMk/>
            <pc:sldMk cId="3752561164" sldId="315"/>
            <ac:spMk id="11" creationId="{2C68FA1A-3619-6092-B912-D6796E7F557D}"/>
          </ac:spMkLst>
        </pc:spChg>
        <pc:picChg chg="add del">
          <ac:chgData name="nuha shaik" userId="b4e118f5708aae13" providerId="LiveId" clId="{35D3A00C-EA14-4602-9565-AA2FFA2F4681}" dt="2026-08-31T03:50:24.446" v="103" actId="22"/>
          <ac:picMkLst>
            <pc:docMk/>
            <pc:sldMk cId="3752561164" sldId="315"/>
            <ac:picMk id="4" creationId="{C30BFCFE-4B4C-0B13-24FA-DAFDCD0E53C6}"/>
          </ac:picMkLst>
        </pc:picChg>
      </pc:sldChg>
      <pc:sldChg chg="new del">
        <pc:chgData name="nuha shaik" userId="b4e118f5708aae13" providerId="LiveId" clId="{35D3A00C-EA14-4602-9565-AA2FFA2F4681}" dt="2026-08-31T03:46:30.949" v="77" actId="47"/>
        <pc:sldMkLst>
          <pc:docMk/>
          <pc:sldMk cId="3952083009" sldId="315"/>
        </pc:sldMkLst>
      </pc:sldChg>
      <pc:sldChg chg="modSp add mod ord">
        <pc:chgData name="nuha shaik" userId="b4e118f5708aae13" providerId="LiveId" clId="{35D3A00C-EA14-4602-9565-AA2FFA2F4681}" dt="2026-08-31T03:51:53.668" v="127" actId="12"/>
        <pc:sldMkLst>
          <pc:docMk/>
          <pc:sldMk cId="603323518" sldId="316"/>
        </pc:sldMkLst>
        <pc:spChg chg="mod">
          <ac:chgData name="nuha shaik" userId="b4e118f5708aae13" providerId="LiveId" clId="{35D3A00C-EA14-4602-9565-AA2FFA2F4681}" dt="2026-08-31T03:51:53.668" v="127" actId="12"/>
          <ac:spMkLst>
            <pc:docMk/>
            <pc:sldMk cId="603323518" sldId="316"/>
            <ac:spMk id="5" creationId="{6ADD1738-8177-5010-B00D-1CC6564A85F3}"/>
          </ac:spMkLst>
        </pc:spChg>
        <pc:spChg chg="mod">
          <ac:chgData name="nuha shaik" userId="b4e118f5708aae13" providerId="LiveId" clId="{35D3A00C-EA14-4602-9565-AA2FFA2F4681}" dt="2026-08-31T03:51:08.211" v="123" actId="122"/>
          <ac:spMkLst>
            <pc:docMk/>
            <pc:sldMk cId="603323518" sldId="316"/>
            <ac:spMk id="7" creationId="{1DE1BA37-50FA-D300-197D-7F23B1B10BD5}"/>
          </ac:spMkLst>
        </pc:spChg>
      </pc:sldChg>
      <pc:sldChg chg="add del">
        <pc:chgData name="nuha shaik" userId="b4e118f5708aae13" providerId="LiveId" clId="{35D3A00C-EA14-4602-9565-AA2FFA2F4681}" dt="2026-08-31T03:50:08.071" v="100"/>
        <pc:sldMkLst>
          <pc:docMk/>
          <pc:sldMk cId="3372279338" sldId="31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261C6-C874-4266-8DA4-D5C8AB8D757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351400-28A9-47BE-8674-65E13802E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614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51400-28A9-47BE-8674-65E13802E5D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0589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710A6-DCAC-4770-83E0-DC1288B0111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2897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710A6-DCAC-4770-83E0-DC1288B0111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7720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ADA246-63D0-4FD0-A280-893A2FFCA6C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766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4BF06-524A-6401-A495-16A616BD94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4DB02A-4345-4B0E-A259-795B853FE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76980-3BEF-D289-3F02-3B8BC6185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A774B-D9F7-A3EC-99DD-01CCE92D4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AE9A4-4498-BD82-90B3-78DF4E372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264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02AD6-E9CE-0469-B849-E069F8836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12618-A489-700C-4A95-F88C047B5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A3B09-16AC-8B0C-A871-28638382C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D2FBC-6B9A-BC62-C4E8-774A393F8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BB0CC-5D3E-A812-F40A-2479FDE80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119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C758E-81FC-2550-4DB2-4A0A87C51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45C59-0B65-44ED-8F05-ADF03E860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97C44-7D3C-DF93-27BE-2E055927A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BE15A-329A-D197-0704-1F72F4E6C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B5C4E-ABB5-92D8-D8B6-B7A0EE907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269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1EE7B-257A-84F1-EE28-67F215CC9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F171D-FD09-7D24-85BF-7B23934652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D7845-0390-0F14-8414-ECEFA635C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B356B7-7D6E-2F8D-52A8-CDC59538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CEEF2E-2C23-D99A-F6D2-D1591829E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E7D96-DDA1-62FC-36C7-66ACD6D1A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718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FEFD1-6BDB-E62F-940F-CD24FDB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144920-D62C-2595-0973-C8A85841A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EA9EE-DAB5-4B72-FFC2-E92D4F69F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1EE19A-29C9-B95F-4A85-600858B718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CD92B9-0AA8-BABA-3ECB-D6945A8F59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C92597-DF28-10AA-9494-9757D03AC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24D688-2D8E-1C49-B054-A961274F4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B00A23-3E63-A391-E4B1-5EAE0886E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817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26076-7CFD-7AB4-ED45-6E3C26F5D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C34127-26CD-604A-4189-0C55D81FC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2E560E-8896-CA8D-75D2-0B19FE9F9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F847A4-0BD0-0E52-4996-D205C9D4A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281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716F0A-293F-F5EB-0D16-74A11780A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5AE8E-FD6D-5FAE-C6F3-3C1B00FF4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463EA-F731-7E96-BB4C-0FA3C8C44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085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4173F-984A-76F5-F92F-3B1EF833D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7A59C-8FD8-4D8F-A490-DA39EC1D2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D85107-47C4-89AF-2C20-11D94F7F59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3B83C2-38FB-6994-B403-DA11AE2AA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DB46C8-949C-18CA-0966-C51040A7A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DDE7A8-5408-6196-993C-1274BA3F1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68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40DCC-C845-E6CA-21F9-3B477F35B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9B6B1E-E5B3-0FB2-BA37-DD04B2F31F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3BE623-86B6-28C8-AF9A-2121A2ABBF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B0D6C-E093-9F7D-791F-BB8A52950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81817E-C511-3B0C-F8BD-03B52E73D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091EA-B629-7091-AC0B-36BD9F5E5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85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42479-3DBF-A7DF-DD8A-C9F709C85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379878-211A-6389-B948-B7BFA77733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0074F-A418-DD7F-B1CE-C1546B210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D037A-67BF-7F41-2BB1-5B8B4076C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1442B-C4A0-D453-6261-9A98F6082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102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60C064-9ECE-AE5F-E1FC-1CB3CACA77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DFE698-631D-7A03-F265-7BE8CFF19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3D4F8-AC0B-8E1E-5055-C7D5F4B14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2D670-FBC3-4F13-54BB-1565A59D8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5F98A-A76B-3D6D-1A6A-996CADF38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10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47011D-9363-346A-D42A-442CA2806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043261-C74C-E799-D271-B1BF5C675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4FD77-3BE2-24F8-F97D-709B06958B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247B87-E33C-43FB-81C0-B9993A32506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A0657-1E67-F183-DC7C-F885D8B2AA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1C978-2014-7708-3C34-79C18219C7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479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93847" y="4919577"/>
            <a:ext cx="4343399" cy="1603003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sz="24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Presented</a:t>
            </a:r>
            <a:r>
              <a:rPr sz="2400" b="1" spc="-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by:</a:t>
            </a:r>
            <a:endParaRPr lang="en-US" sz="2400" b="1" spc="-25" dirty="0">
              <a:solidFill>
                <a:srgbClr val="0C0C0C"/>
              </a:solidFill>
              <a:latin typeface="Times New Roman"/>
              <a:cs typeface="Times New Roman"/>
            </a:endParaRP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US" sz="2000" spc="-25" dirty="0">
                <a:solidFill>
                  <a:srgbClr val="0C0C0C"/>
                </a:solidFill>
                <a:latin typeface="Times New Roman"/>
                <a:cs typeface="Times New Roman"/>
              </a:rPr>
              <a:t>Sk. </a:t>
            </a:r>
            <a:r>
              <a:rPr lang="en-US" sz="2000" spc="-25">
                <a:solidFill>
                  <a:srgbClr val="0C0C0C"/>
                </a:solidFill>
                <a:latin typeface="Times New Roman"/>
                <a:cs typeface="Times New Roman"/>
              </a:rPr>
              <a:t>Nuha-192472242</a:t>
            </a:r>
            <a:endParaRPr lang="en-US" sz="2000" spc="-25" dirty="0">
              <a:solidFill>
                <a:srgbClr val="0C0C0C"/>
              </a:solidFill>
              <a:latin typeface="Times New Roman"/>
              <a:cs typeface="Times New Roman"/>
            </a:endParaRP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IN" sz="2000" spc="-25" dirty="0">
                <a:solidFill>
                  <a:srgbClr val="0C0C0C"/>
                </a:solidFill>
                <a:latin typeface="Times New Roman"/>
                <a:cs typeface="Times New Roman"/>
              </a:rPr>
              <a:t>T. </a:t>
            </a:r>
            <a:r>
              <a:rPr lang="en-IN" sz="2000" spc="-25" dirty="0" err="1">
                <a:solidFill>
                  <a:srgbClr val="0C0C0C"/>
                </a:solidFill>
                <a:latin typeface="Times New Roman"/>
                <a:cs typeface="Times New Roman"/>
              </a:rPr>
              <a:t>Chandana</a:t>
            </a:r>
            <a:r>
              <a:rPr lang="en-IN" sz="2000" spc="-25" dirty="0">
                <a:solidFill>
                  <a:srgbClr val="0C0C0C"/>
                </a:solidFill>
                <a:latin typeface="Times New Roman"/>
                <a:cs typeface="Times New Roman"/>
              </a:rPr>
              <a:t> -192472059</a:t>
            </a: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IN" sz="2000" spc="-25" dirty="0" err="1">
                <a:solidFill>
                  <a:srgbClr val="0C0C0C"/>
                </a:solidFill>
                <a:latin typeface="Times New Roman"/>
                <a:cs typeface="Times New Roman"/>
              </a:rPr>
              <a:t>U.Midhula</a:t>
            </a:r>
            <a:r>
              <a:rPr lang="en-IN" sz="2000" spc="-25" dirty="0">
                <a:solidFill>
                  <a:srgbClr val="0C0C0C"/>
                </a:solidFill>
                <a:latin typeface="Times New Roman"/>
                <a:cs typeface="Times New Roman"/>
              </a:rPr>
              <a:t> -192472115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4331" y="475651"/>
            <a:ext cx="1135116" cy="13428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47061" y="474733"/>
            <a:ext cx="1520113" cy="134288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14294" y="1929902"/>
            <a:ext cx="11367174" cy="997068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0" marR="812800" indent="0" algn="ctr">
              <a:lnSpc>
                <a:spcPct val="100000"/>
              </a:lnSpc>
              <a:spcBef>
                <a:spcPts val="1055"/>
              </a:spcBef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Development of a Smart Stock Market Trend Prediction and Financial Analytics Dashboard Using Time Series Analysis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876837" y="397890"/>
            <a:ext cx="40170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</a:t>
            </a:r>
            <a:r>
              <a:rPr sz="28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34269" y="828675"/>
            <a:ext cx="51022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3315" marR="5080" indent="-1111250">
              <a:lnSpc>
                <a:spcPct val="100000"/>
              </a:lnSpc>
              <a:spcBef>
                <a:spcPts val="100"/>
              </a:spcBef>
            </a:pPr>
            <a:r>
              <a:rPr sz="2000" b="1" spc="-55" dirty="0">
                <a:latin typeface="Times New Roman"/>
                <a:cs typeface="Times New Roman"/>
              </a:rPr>
              <a:t>SAVEETHA</a:t>
            </a:r>
            <a:r>
              <a:rPr sz="2000" b="1" spc="-11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INSTITUTE</a:t>
            </a:r>
            <a:r>
              <a:rPr sz="2000" b="1" dirty="0">
                <a:latin typeface="Times New Roman"/>
                <a:cs typeface="Times New Roman"/>
              </a:rPr>
              <a:t> OF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MEDICAL</a:t>
            </a:r>
            <a:r>
              <a:rPr lang="en-US" sz="2000" b="1" spc="-25" dirty="0">
                <a:latin typeface="Times New Roman"/>
                <a:cs typeface="Times New Roman"/>
              </a:rPr>
              <a:t> </a:t>
            </a:r>
            <a:r>
              <a:rPr sz="2000" b="1" spc="-22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AND TECHNICAL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SCIENCES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D1E7D-30CD-1AD9-B818-0D96B874CCA3}"/>
              </a:ext>
            </a:extLst>
          </p:cNvPr>
          <p:cNvSpPr txBox="1"/>
          <p:nvPr/>
        </p:nvSpPr>
        <p:spPr>
          <a:xfrm>
            <a:off x="760616" y="4858972"/>
            <a:ext cx="382016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US" sz="24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Guided</a:t>
            </a:r>
            <a:r>
              <a:rPr lang="en-US" sz="2400" b="1" spc="-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by:</a:t>
            </a:r>
            <a:endParaRPr lang="en-US" sz="2400" spc="-25" dirty="0">
              <a:solidFill>
                <a:srgbClr val="0C0C0C"/>
              </a:solidFill>
              <a:latin typeface="Times New Roman"/>
              <a:cs typeface="Times New Roman"/>
            </a:endParaRP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US" sz="2400" spc="-25" dirty="0">
                <a:solidFill>
                  <a:srgbClr val="0C0C0C"/>
                </a:solidFill>
                <a:latin typeface="Times New Roman"/>
                <a:cs typeface="Times New Roman"/>
              </a:rPr>
              <a:t>Dr. </a:t>
            </a:r>
            <a:r>
              <a:rPr lang="en-US" sz="2400" spc="-25" dirty="0" err="1">
                <a:solidFill>
                  <a:srgbClr val="0C0C0C"/>
                </a:solidFill>
                <a:latin typeface="Times New Roman"/>
                <a:cs typeface="Times New Roman"/>
              </a:rPr>
              <a:t>Krishnaraj</a:t>
            </a:r>
            <a:r>
              <a:rPr lang="en-US" sz="2400" spc="-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lang="en-US" sz="2400" spc="-25" dirty="0" err="1">
                <a:solidFill>
                  <a:srgbClr val="0C0C0C"/>
                </a:solidFill>
                <a:latin typeface="Times New Roman"/>
                <a:cs typeface="Times New Roman"/>
              </a:rPr>
              <a:t>Mony</a:t>
            </a:r>
            <a:endParaRPr lang="en-US" sz="2400" spc="-25" dirty="0">
              <a:solidFill>
                <a:srgbClr val="0C0C0C"/>
              </a:solidFill>
              <a:latin typeface="Times New Roman"/>
              <a:cs typeface="Times New Roman"/>
            </a:endParaRP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US" sz="2400" spc="-25" dirty="0">
                <a:solidFill>
                  <a:srgbClr val="0C0C0C"/>
                </a:solidFill>
                <a:latin typeface="Times New Roman"/>
                <a:cs typeface="Times New Roman"/>
              </a:rPr>
              <a:t>Associate Professor/CSE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2DF3EC-29F0-2899-A22C-844351DA543C}"/>
              </a:ext>
            </a:extLst>
          </p:cNvPr>
          <p:cNvSpPr txBox="1"/>
          <p:nvPr/>
        </p:nvSpPr>
        <p:spPr>
          <a:xfrm>
            <a:off x="2159447" y="3600355"/>
            <a:ext cx="704501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5"/>
              </a:spcBef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DSA0404 – Fundamentals of Data Science</a:t>
            </a:r>
          </a:p>
          <a:p>
            <a:pPr marL="0" indent="0" algn="ctr">
              <a:lnSpc>
                <a:spcPct val="100000"/>
              </a:lnSpc>
              <a:spcBef>
                <a:spcPts val="35"/>
              </a:spcBef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35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:4/9/2026                      Batch :10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57F31-D3AF-B52F-A2BD-E8777E4DB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7FD41B-EDC8-670C-E8B5-F0DD19EB4C8B}"/>
              </a:ext>
            </a:extLst>
          </p:cNvPr>
          <p:cNvSpPr txBox="1"/>
          <p:nvPr/>
        </p:nvSpPr>
        <p:spPr>
          <a:xfrm>
            <a:off x="-157734" y="454290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2FE09E4A-60B1-488D-173F-29EDA0E1957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8A4C89D2-4AC4-C0E2-9A44-A0305FCA50C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10" name="AutoShape 4" descr="Image of ">
            <a:extLst>
              <a:ext uri="{FF2B5EF4-FFF2-40B4-BE49-F238E27FC236}">
                <a16:creationId xmlns:a16="http://schemas.microsoft.com/office/drawing/2014/main" id="{8045CEB3-3154-BC91-5ECD-890C06CEC0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41600" y="2971800"/>
            <a:ext cx="1239520" cy="1239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FCC9CA0-F155-2A91-3908-6B6BC9E3C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352" y="1911226"/>
            <a:ext cx="7421488" cy="4197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stock market generates large volumes of historical and real-time financial data that contain valuable trends and patterns. 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Predicting future stock prices manually is difficult due to market volatility, economic events, and investor behavior. 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Traditional forecasting techniques often fail to capture complex time-dependent relationships in financial data. 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This project develops a smart stock market prediction system using Time Series Analysis and Machine Learning techniques. 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system provides accurate trend prediction and an interactive financial analytics dashboard to support investment decision-making.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C:\Users\Abhay\Downloads\stock-market-and-forex-trade-data-analysis-with-mobile-app-tiny-people-with-magnifying-glass-research-japanese-candlestick-chart-on-smartphone-screen-analyzing-graphs-cartoon-vector-illustration-2X4WTB0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3808" y="2328863"/>
            <a:ext cx="3962400" cy="3151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5927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18C71-17AD-0293-9063-96ECF6F51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34F3F486-03FC-FF76-400E-D1B75F7119E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8C875759-AEC6-3712-4A08-1B2E514FCBA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10" name="AutoShape 4" descr="Image of ">
            <a:extLst>
              <a:ext uri="{FF2B5EF4-FFF2-40B4-BE49-F238E27FC236}">
                <a16:creationId xmlns:a16="http://schemas.microsoft.com/office/drawing/2014/main" id="{FE95E641-CBFD-5F4C-E55B-D6CB75CEE1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41600" y="2971800"/>
            <a:ext cx="1239520" cy="1239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780770-556C-8987-AAC1-638A97345E10}"/>
              </a:ext>
            </a:extLst>
          </p:cNvPr>
          <p:cNvSpPr txBox="1"/>
          <p:nvPr/>
        </p:nvSpPr>
        <p:spPr>
          <a:xfrm>
            <a:off x="0" y="515389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BE0EDC05-E64D-B187-F795-B69C5DDBC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352" y="1912423"/>
            <a:ext cx="609034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Stock Market Data Collection: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Collect historical stock market data including Open, High, Low, Close, Volume, and Trading Date.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Data Preprocessing: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Clean missing values, remove inconsistencies, normalize data, and prepare datasets for forecasting.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Time Series Analysis: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Analyze historical trends, seasonality, volatility, and market movements using time series techniques.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Stock Price Prediction: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Develop predictive models using ARIMA, LSTM, Prophet, or Machine Learning algorithms to forecast future stock prices.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Financial Analytics Dashboard: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Visualize stock trends, moving averages, predicted prices, and investment insights through an interactive dashboard.</a:t>
            </a:r>
          </a:p>
        </p:txBody>
      </p:sp>
      <p:pic>
        <p:nvPicPr>
          <p:cNvPr id="4098" name="Picture 2" descr="55,040 Stock Market Happy Royalty-Free Images, Stock Photos &amp; Pictures |  Shutterstock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3954" y="1912423"/>
            <a:ext cx="5190311" cy="3726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5390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9A1F6-9636-94BA-378A-35A0DBCD7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01EAAB-4143-B927-86E6-4A9D1826CC56}"/>
              </a:ext>
            </a:extLst>
          </p:cNvPr>
          <p:cNvSpPr txBox="1"/>
          <p:nvPr/>
        </p:nvSpPr>
        <p:spPr>
          <a:xfrm>
            <a:off x="1" y="615007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A23FA88E-B5D1-FFA8-EFA4-FEC14A444A6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9629" y="210948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9607519D-C4FC-7304-0CE8-EABE851C706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52492" y="266723"/>
            <a:ext cx="1520062" cy="1342897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915634"/>
              </p:ext>
            </p:extLst>
          </p:nvPr>
        </p:nvGraphicFramePr>
        <p:xfrm>
          <a:off x="749626" y="1744634"/>
          <a:ext cx="10629576" cy="4699709"/>
        </p:xfrm>
        <a:graphic>
          <a:graphicData uri="http://schemas.openxmlformats.org/drawingml/2006/table">
            <a:tbl>
              <a:tblPr/>
              <a:tblGrid>
                <a:gridCol w="17715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15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15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15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15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715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506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Title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Year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Techniques Used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Problem Addressed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191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Stock Price Prediction Using LSTM Networks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S. Hochreiter et al.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2024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LSTM Deep Learning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Low accuracy in long-term stock prediction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875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Financial Time Series Forecasting Using ARIMA Models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J. Box, G. Jenkins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2024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ARIMA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Difficulty in forecasting market trends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875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Hybrid Machine Learning for Stock Market Prediction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Y. Zhang et al.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2025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Random Forest + XGBoost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Handling complex financial datasets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875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Deep Learning-Based Financial Forecasting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A. Kumar, P. Sharma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2025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CNN-LSTM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High volatility in stock prices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419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Stock Trend Prediction Using Prophet Model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M. Taylor, B. Letham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2025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Facebook Prophet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Seasonal pattern forecasting</a:t>
                      </a:r>
                    </a:p>
                  </a:txBody>
                  <a:tcPr marL="53720" marR="53720" marT="26860" marB="26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2342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F1BD3-2D47-67BD-747F-3A4FF0C60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97D9B-89BA-EFF3-7CCE-BC7083AAC52C}"/>
              </a:ext>
            </a:extLst>
          </p:cNvPr>
          <p:cNvSpPr txBox="1"/>
          <p:nvPr/>
        </p:nvSpPr>
        <p:spPr>
          <a:xfrm>
            <a:off x="1" y="615007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89B4382E-0511-23A6-19A2-74771568EF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49D3B425-FE12-9479-DDB1-E571786737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A74BF758-6663-5913-D4E6-87DBD7801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6387" y="1925160"/>
            <a:ext cx="6540621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Traditional stock market analysis mainly depends on manual chart observation and expert interpretation. 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Conventional forecasting methods provide limited accuracy in rapidly changing market conditions. 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Existing systems struggle to handle large-scale financial datasets efficiently. 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Many prediction models fail to capture seasonal trends and market volatility. 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Most traditional approaches lack interactive visualization and intelligent financial analytics.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Two investors analyze graphs of the ups and downs of the stock market using a laptop. Make financial plans and management. Growth Analysis Concept. Trend Modern vector flat illustrati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487" y="1420517"/>
            <a:ext cx="4914899" cy="4914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2278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6A81E-1B63-E255-7143-927A87982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C6AA83FF-3DB0-9CB1-14FD-7CCCAD80882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BB21EE01-EE9D-DB4E-3649-BAA5D32B535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8EFDF4-D7EC-F10B-9AFD-00DFCB0FDF60}"/>
              </a:ext>
            </a:extLst>
          </p:cNvPr>
          <p:cNvSpPr txBox="1"/>
          <p:nvPr/>
        </p:nvSpPr>
        <p:spPr>
          <a:xfrm>
            <a:off x="0" y="615006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alt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US" sz="36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07DA07-98ED-BB62-705A-0E80F7FE5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992" y="2053299"/>
            <a:ext cx="6290721" cy="4197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Develop a Time Series-based stock market prediction system using historical financial data. 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Implement Machine Learning and Deep Learning models for accurate stock price forecasting. 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Perform trend analysis using moving averages, technical indicators, and statistical methods. 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Build an interactive Financial Analytics Dashboard displaying real-time trends, predictions, and performance metrics. 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Provide investors with reliable insights to support data-driven investment decisions.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Man looking stock chart Vectors - Download Free High-Quality Vectors |  Magnific (formerly Freepik)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4497" y="2006894"/>
            <a:ext cx="4243963" cy="4243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9950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418D428A-36D4-2A11-3761-CAFD28B35556}"/>
              </a:ext>
            </a:extLst>
          </p:cNvPr>
          <p:cNvSpPr txBox="1"/>
          <p:nvPr/>
        </p:nvSpPr>
        <p:spPr>
          <a:xfrm>
            <a:off x="3439331" y="452232"/>
            <a:ext cx="60940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buNone/>
            </a:pPr>
            <a:r>
              <a:rPr lang="en-IN" sz="2800" b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 </a:t>
            </a:r>
            <a:endParaRPr lang="en-IN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686DF003-D198-3FF4-F77B-495D6583AE2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9441" y="42394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4504C302-7CA3-DFE6-DE36-2F7BD0886D3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34374" y="107405"/>
            <a:ext cx="1520062" cy="13428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9E946E6-A4C7-A19C-BBD1-7F765B046E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3023" y="1385291"/>
            <a:ext cx="9089289" cy="536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11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4">
            <a:extLst>
              <a:ext uri="{FF2B5EF4-FFF2-40B4-BE49-F238E27FC236}">
                <a16:creationId xmlns:a16="http://schemas.microsoft.com/office/drawing/2014/main" id="{0E949666-A110-7801-B701-2186C1E793D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82879200-58E3-9AED-07A5-28998F18891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727618-39A7-9D20-2E05-C820DFBE58E2}"/>
              </a:ext>
            </a:extLst>
          </p:cNvPr>
          <p:cNvSpPr txBox="1"/>
          <p:nvPr/>
        </p:nvSpPr>
        <p:spPr>
          <a:xfrm>
            <a:off x="2671477" y="324482"/>
            <a:ext cx="640369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Financial Data Ingestion &amp; Preprocessing Pipeline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372564-69C1-F83F-D48A-529E10D24FEC}"/>
              </a:ext>
            </a:extLst>
          </p:cNvPr>
          <p:cNvSpPr txBox="1"/>
          <p:nvPr/>
        </p:nvSpPr>
        <p:spPr>
          <a:xfrm>
            <a:off x="845575" y="2136338"/>
            <a:ext cx="847540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historical and real-time stock market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Gather data such as Open, High, Low, Close, and Volume.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the collected financial data for further analysis.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missing, duplicate, and incorrect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the data into a proper time-series format.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 the data for better model performance.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important features such as Moving Average, RSI, and MACD.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the final dataset for the forecasting model. 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Clean and organized financial data.</a:t>
            </a:r>
          </a:p>
        </p:txBody>
      </p:sp>
    </p:spTree>
    <p:extLst>
      <p:ext uri="{BB962C8B-B14F-4D97-AF65-F5344CB8AC3E}">
        <p14:creationId xmlns:p14="http://schemas.microsoft.com/office/powerpoint/2010/main" val="3666426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28735-0FD4-6D00-C64A-AF90B2D12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4">
            <a:extLst>
              <a:ext uri="{FF2B5EF4-FFF2-40B4-BE49-F238E27FC236}">
                <a16:creationId xmlns:a16="http://schemas.microsoft.com/office/drawing/2014/main" id="{8BA95A41-8F6C-17D9-8E9A-7258100C45C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62DC0318-0FCE-258E-2C1C-A33893CCBA8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143955-FC17-FF0A-4BF6-AA2B93CA2C00}"/>
              </a:ext>
            </a:extLst>
          </p:cNvPr>
          <p:cNvSpPr txBox="1"/>
          <p:nvPr/>
        </p:nvSpPr>
        <p:spPr>
          <a:xfrm>
            <a:off x="2671477" y="324482"/>
            <a:ext cx="640369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Time Series Forecasting Engine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C7FB0A-5FB4-A0E7-967D-A89C75BE8432}"/>
              </a:ext>
            </a:extLst>
          </p:cNvPr>
          <p:cNvSpPr txBox="1"/>
          <p:nvPr/>
        </p:nvSpPr>
        <p:spPr>
          <a:xfrm>
            <a:off x="845575" y="2136338"/>
            <a:ext cx="847540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historical stock price movements.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trends, patterns, and seasonal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stock market volatility.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time-series forecasting techniques.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models such as ARIMA, Prophet, and LSTM.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the models using historical stock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future stock prices and market trends.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actual prices with predicted prices.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model using accuracy metrics such as MAE,RMSE, and MAPE.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Future stock price and trend predictions.</a:t>
            </a:r>
          </a:p>
        </p:txBody>
      </p:sp>
    </p:spTree>
    <p:extLst>
      <p:ext uri="{BB962C8B-B14F-4D97-AF65-F5344CB8AC3E}">
        <p14:creationId xmlns:p14="http://schemas.microsoft.com/office/powerpoint/2010/main" val="2520166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FA1CD-6A48-8AFE-DAF2-CE08BDFEA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4">
            <a:extLst>
              <a:ext uri="{FF2B5EF4-FFF2-40B4-BE49-F238E27FC236}">
                <a16:creationId xmlns:a16="http://schemas.microsoft.com/office/drawing/2014/main" id="{8E77D676-CE49-8153-A43F-B2012738B15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1464432E-389B-3273-A96F-B91DDFE1F48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EB5D88-BF68-A07E-9FD7-15EE79E65349}"/>
              </a:ext>
            </a:extLst>
          </p:cNvPr>
          <p:cNvSpPr txBox="1"/>
          <p:nvPr/>
        </p:nvSpPr>
        <p:spPr>
          <a:xfrm>
            <a:off x="2671477" y="324482"/>
            <a:ext cx="640369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Interactive Financial Analytics Dashboard &amp; Alert System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68FA1A-3619-6092-B912-D6796E7F557D}"/>
              </a:ext>
            </a:extLst>
          </p:cNvPr>
          <p:cNvSpPr txBox="1"/>
          <p:nvPr/>
        </p:nvSpPr>
        <p:spPr>
          <a:xfrm>
            <a:off x="845575" y="2136338"/>
            <a:ext cx="8475406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historical stock prices using interactive charts.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predicted stock prices and future trends.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candlestick charts and technical indicators.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the performance of different stocks.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important financial metrics.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portfolio performance.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simple market and trend analysis.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alerts when stock prices cross a specified level.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notifications for important market changes.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users to view predictions and analytics in one dashboard.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Interactive dashboard with predictions, analytics, and alerts.</a:t>
            </a:r>
          </a:p>
        </p:txBody>
      </p:sp>
    </p:spTree>
    <p:extLst>
      <p:ext uri="{BB962C8B-B14F-4D97-AF65-F5344CB8AC3E}">
        <p14:creationId xmlns:p14="http://schemas.microsoft.com/office/powerpoint/2010/main" val="3752561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01032-DCBF-2E8E-B7C5-04E6B932E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ADD1738-8177-5010-B00D-1CC6564A85F3}"/>
              </a:ext>
            </a:extLst>
          </p:cNvPr>
          <p:cNvSpPr txBox="1"/>
          <p:nvPr/>
        </p:nvSpPr>
        <p:spPr>
          <a:xfrm>
            <a:off x="361710" y="1441315"/>
            <a:ext cx="636318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Deep Learning Models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LSTM, GRU, and Transformer models to improve stock market prediction accuracy.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Analytics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 live stock market data feeds for instant analysis and forecasting.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news articles and social media trends to better understand market sentiment.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Trading Recommendations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intelligent buy, sell, and hold suggestions using machine learning algorithms.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and Mobile Deployment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cloud-based and mobile platforms for anywhere, anytime access to financial analytics.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Trading Systems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algorithmic trading that can execute transactions automatically based on predictive insights.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E1BA37-50FA-D300-197D-7F23B1B10BD5}"/>
              </a:ext>
            </a:extLst>
          </p:cNvPr>
          <p:cNvSpPr txBox="1"/>
          <p:nvPr/>
        </p:nvSpPr>
        <p:spPr>
          <a:xfrm>
            <a:off x="2801478" y="247258"/>
            <a:ext cx="6094070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Stock market people Vectors - Download Free High-Quality Vectors | Magnific  (formerly Freepik)">
            <a:extLst>
              <a:ext uri="{FF2B5EF4-FFF2-40B4-BE49-F238E27FC236}">
                <a16:creationId xmlns:a16="http://schemas.microsoft.com/office/drawing/2014/main" id="{E356F326-9BF7-F0DA-A087-ED3DAEAF70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5204" y="1441314"/>
            <a:ext cx="6169025" cy="4626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object 4">
            <a:extLst>
              <a:ext uri="{FF2B5EF4-FFF2-40B4-BE49-F238E27FC236}">
                <a16:creationId xmlns:a16="http://schemas.microsoft.com/office/drawing/2014/main" id="{9738DD76-4C39-9519-F178-9437A424449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6" name="object 5">
            <a:extLst>
              <a:ext uri="{FF2B5EF4-FFF2-40B4-BE49-F238E27FC236}">
                <a16:creationId xmlns:a16="http://schemas.microsoft.com/office/drawing/2014/main" id="{EB764082-6739-B4F5-6290-900398941D1D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323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E855FFB-25D7-D237-13FE-424E6DA8BA49}"/>
              </a:ext>
            </a:extLst>
          </p:cNvPr>
          <p:cNvSpPr txBox="1"/>
          <p:nvPr/>
        </p:nvSpPr>
        <p:spPr>
          <a:xfrm>
            <a:off x="361710" y="1441315"/>
            <a:ext cx="636318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Developed a smart stock market trend prediction system using Time Series Analysis and Machine Learning techniques.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proposed system accurately analyzes historical stock market data to forecast future price movements.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Interactive dashboards enable users to visualize stock trends, predictions, and financial performance effectively.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Time Series models improve forecasting accuracy compared to conventional prediction methods.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system supports investors in making informed, data-driven investment decisions while reducing financial risks.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This project demonstrates the application of Data Science and Predictive Analytics in modern financial market analysis.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AF342A-3EFF-DA3F-DAD4-A35B5FA797EF}"/>
              </a:ext>
            </a:extLst>
          </p:cNvPr>
          <p:cNvSpPr txBox="1"/>
          <p:nvPr/>
        </p:nvSpPr>
        <p:spPr>
          <a:xfrm>
            <a:off x="4354975" y="388129"/>
            <a:ext cx="6094070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7170" name="Picture 2" descr="Stock market people Vectors - Download Free High-Quality Vectors | Magnific  (formerly Freepik)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5204" y="1441314"/>
            <a:ext cx="6169025" cy="4626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object 4">
            <a:extLst>
              <a:ext uri="{FF2B5EF4-FFF2-40B4-BE49-F238E27FC236}">
                <a16:creationId xmlns:a16="http://schemas.microsoft.com/office/drawing/2014/main" id="{DBD3CDC6-07C1-A67C-9F7E-899EC0CD3E0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6" name="object 5">
            <a:extLst>
              <a:ext uri="{FF2B5EF4-FFF2-40B4-BE49-F238E27FC236}">
                <a16:creationId xmlns:a16="http://schemas.microsoft.com/office/drawing/2014/main" id="{8ACEAF7A-D967-490F-BBDE-8F836D7C8DA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1420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9FDA1-45B4-C727-6F2B-5AC15CCCB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4A55326D-569C-9DDD-0204-61E73EEFAC9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AF2C6699-20DF-DAFE-4B4A-2035CB1BD9B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D8D035-8B7A-F12E-7AB5-9EC906849E4B}"/>
              </a:ext>
            </a:extLst>
          </p:cNvPr>
          <p:cNvSpPr txBox="1"/>
          <p:nvPr/>
        </p:nvSpPr>
        <p:spPr>
          <a:xfrm>
            <a:off x="-211016" y="539925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REFERNCES</a:t>
            </a:r>
            <a:endParaRPr lang="en-US" sz="3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37D85B-8A76-CBA3-7DCA-0D57390194D2}"/>
              </a:ext>
            </a:extLst>
          </p:cNvPr>
          <p:cNvSpPr txBox="1"/>
          <p:nvPr/>
        </p:nvSpPr>
        <p:spPr>
          <a:xfrm>
            <a:off x="720591" y="1705017"/>
            <a:ext cx="10750818" cy="4613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A. A.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Ariyo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A. O.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Adewumi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and C. K. Ayo, "Stock Price Prediction Using the ARIMA Model," in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Proc. 16th Int. Conf. Computer 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Modelling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and Simulation (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UKSim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Cambridge, U.K., 2014, pp. 106–112,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doi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10.1109/UKSim.2014.67.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M. B. Taylor and B.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Letham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"Forecasting at Scale," 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PeerJ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Computer Science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vol. 3, e3190, 2018.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Garlapati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D. R. Krishna, K.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Garlapati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N. M. S.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Yaswanth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U. Rahul, and G. Narayanan, "Stock Price Prediction Using Facebook Prophet and ARIMA Models," in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Proc. 6th Int. Conf. Convergence in Technology (I2CT)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Maharashtra, India, 2021, pp. 1–7,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doi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10.1109/I2CT51068.2021.9418057.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R. Xiao, Y.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Feng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L. Yan, and Y. Ma, "Predict Stock Prices with ARIMA and LSTM," 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arXiv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preprint arXiv:2209.02407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2022.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Shinde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S.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Patil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and R.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Kulkarni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"Effective Stock Price Prediction Using Time Series Forecasting," in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Proc. 6th Int. Conf. Trends in Electronics and Informatics (ICOEI)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2022,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doi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10.1109/ICOEI53556.2022.9776830.</a:t>
            </a:r>
          </a:p>
        </p:txBody>
      </p:sp>
    </p:spTree>
    <p:extLst>
      <p:ext uri="{BB962C8B-B14F-4D97-AF65-F5344CB8AC3E}">
        <p14:creationId xmlns:p14="http://schemas.microsoft.com/office/powerpoint/2010/main" val="19638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3638C3-FC1E-115B-AB11-EB3DABA86C37}"/>
              </a:ext>
            </a:extLst>
          </p:cNvPr>
          <p:cNvSpPr txBox="1"/>
          <p:nvPr/>
        </p:nvSpPr>
        <p:spPr>
          <a:xfrm>
            <a:off x="2909455" y="2510444"/>
            <a:ext cx="707097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47635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1244</Words>
  <Application>Microsoft Office PowerPoint</Application>
  <PresentationFormat>Widescreen</PresentationFormat>
  <Paragraphs>140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Times New Roman</vt:lpstr>
      <vt:lpstr>Office Theme</vt:lpstr>
      <vt:lpstr>SIMATS ENGINEERING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SIMATS ENGINEERING</dc:title>
  <dc:creator>shalini kuppam</dc:creator>
  <cp:lastModifiedBy>nuha shaik</cp:lastModifiedBy>
  <cp:revision>12</cp:revision>
  <dcterms:created xsi:type="dcterms:W3CDTF">2026-05-12T03:48:28Z</dcterms:created>
  <dcterms:modified xsi:type="dcterms:W3CDTF">2026-08-31T04:36:28Z</dcterms:modified>
</cp:coreProperties>
</file>